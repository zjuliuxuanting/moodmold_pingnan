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智能项圈硬件架构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8B4"/>
                </a:solidFill>
                <a:latin typeface="Microsoft YaHei"/>
              </a:defRPr>
            </a:pPr>
            <a:r>
              <a:t>STM32F103 MCU 中心 + 传感层 + 通信层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7A3"/>
                </a:solidFill>
                <a:latin typeface="Microsoft YaHei"/>
              </a:defRPr>
            </a:pPr>
            <a:r>
              <a:t>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291840" cy="914400"/>
          </a:xfrm>
          <a:prstGeom prst="rect">
            <a:avLst/>
          </a:prstGeom>
          <a:solidFill>
            <a:srgbClr val="3E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STM32F103C8T6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8B4"/>
                </a:solidFill>
                <a:latin typeface="Microsoft YaHei"/>
              </a:defRPr>
            </a:pPr>
            <a:r>
              <a:t>ARM Cortex-M3 · 72MHz · 64KB Flash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3560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GPS 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09928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UART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673352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75688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939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体温传感器 (红外)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68296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I2C/ADC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331720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34056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523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加速度计 MPU6050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26664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I2C/SPI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990088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92424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4107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光照传感器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85032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GPIO PB10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648456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050791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069079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双路压力传感器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343399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ADC CH2+CH5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4306823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141732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43560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OLED 屏幕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1709928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I2C PA10/11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1673352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2075688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20939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蜂鸣器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368296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PB11 GPIO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2331720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2734056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7523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LED 指示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026664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PA6 GPIO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2990088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0" y="3392424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34107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WiFi/BLE 模块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685032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UART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3648456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4050791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4069079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E3A36"/>
                </a:solidFill>
                <a:latin typeface="Microsoft YaHei"/>
              </a:defRPr>
            </a:pPr>
            <a:r>
              <a:t>气泵+阀门(可选)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343399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PA1/PA4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4306823"/>
            <a:ext cx="1371600" cy="18288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4937760"/>
            <a:ext cx="4846320" cy="640080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50017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☁  Moodmold 云端同步 → 宠主端实时查看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760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47D"/>
                </a:solidFill>
                <a:latin typeface="Microsoft YaHei"/>
              </a:defRPr>
            </a:pPr>
            <a:r>
              <a:t>MCU 选型理由：充气项圈项目已验证全链路 (OLED/ADC/I2C/GPIO/EXTI)；中文生态完善；单价 ¥8-15；低功耗适配电池场景</a:t>
            </a:r>
          </a:p>
        </p:txBody>
      </p:sp>
      <p:pic>
        <p:nvPicPr>
          <p:cNvPr id="53" name="Picture 52" descr="微信图片_20251112131152_5_22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508760"/>
            <a:ext cx="2011680" cy="2286000"/>
          </a:xfrm>
          <a:prstGeom prst="rect">
            <a:avLst/>
          </a:prstGeom>
        </p:spPr>
      </p:pic>
      <p:pic>
        <p:nvPicPr>
          <p:cNvPr id="54" name="Picture 53" descr="微信图片_20251112131153_6_22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20116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定位方案 &amp; 外围电路参考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8B4"/>
                </a:solidFill>
                <a:latin typeface="Microsoft YaHei"/>
              </a:defRPr>
            </a:pPr>
            <a:r>
              <a:t>充气项圈项目验证 · 双 ADC 压力定位 + 3 种模式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7A3"/>
                </a:solidFill>
                <a:latin typeface="Microsoft YaHei"/>
              </a:defRPr>
            </a:pPr>
            <a:r>
              <a:t>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57400" cy="1371600"/>
          </a:xfrm>
          <a:prstGeom prst="rect">
            <a:avLst/>
          </a:prstGeom>
          <a:solidFill>
            <a:srgbClr val="3E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双路压力传感器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9C5"/>
                </a:solidFill>
                <a:latin typeface="Microsoft YaHei"/>
              </a:defRPr>
            </a:pPr>
            <a:r>
              <a:t>PA2+PA5 · ADC1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011680"/>
            <a:ext cx="256032" cy="274320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463040"/>
            <a:ext cx="2057400" cy="1371600"/>
          </a:xfrm>
          <a:prstGeom prst="rect">
            <a:avLst/>
          </a:prstGeom>
          <a:solidFill>
            <a:srgbClr val="3E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5544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ADC 采集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9C5"/>
                </a:solidFill>
                <a:latin typeface="Microsoft YaHei"/>
              </a:defRPr>
            </a:pPr>
            <a:r>
              <a:t>CH2 · CH5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011680"/>
            <a:ext cx="256032" cy="274320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463040"/>
            <a:ext cx="2057400" cy="1371600"/>
          </a:xfrm>
          <a:prstGeom prst="rect">
            <a:avLst/>
          </a:prstGeom>
          <a:solidFill>
            <a:srgbClr val="3E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5544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阈值判断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9C5"/>
                </a:solidFill>
                <a:latin typeface="Microsoft YaHei"/>
              </a:defRPr>
            </a:pPr>
            <a:r>
              <a:t>&gt;1000 / &lt;1000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011680"/>
            <a:ext cx="256032" cy="274320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59" y="1463040"/>
            <a:ext cx="2057400" cy="1371600"/>
          </a:xfrm>
          <a:prstGeom prst="rect">
            <a:avLst/>
          </a:prstGeom>
          <a:solidFill>
            <a:srgbClr val="3E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15544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执行器响应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9C5"/>
                </a:solidFill>
                <a:latin typeface="Microsoft YaHei"/>
              </a:defRPr>
            </a:pPr>
            <a:r>
              <a:t>气泵 · 阀门 · 电机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59" y="2011680"/>
            <a:ext cx="256032" cy="274320"/>
          </a:xfrm>
          <a:prstGeom prst="rect">
            <a:avLst/>
          </a:prstGeom>
          <a:solidFill>
            <a:srgbClr val="6B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1463040"/>
            <a:ext cx="2057400" cy="1371600"/>
          </a:xfrm>
          <a:prstGeom prst="rect">
            <a:avLst/>
          </a:prstGeom>
          <a:solidFill>
            <a:srgbClr val="3E3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5544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OLED 显示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9C5"/>
                </a:solidFill>
                <a:latin typeface="Microsoft YaHei"/>
              </a:defRPr>
            </a:pPr>
            <a:r>
              <a:t>I2C 实时数值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3A36"/>
                </a:solidFill>
                <a:latin typeface="Microsoft YaHei"/>
              </a:defRPr>
            </a:pPr>
            <a:r>
              <a:t>3 种工作模式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11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8E7F"/>
                </a:solidFill>
                <a:latin typeface="Microsoft YaHei"/>
              </a:defRPr>
            </a:pPr>
            <a:r>
              <a:t>模式 0 · 自动调位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E3A36"/>
                </a:solidFill>
                <a:latin typeface="Microsoft YaHei"/>
              </a:defRPr>
            </a:pPr>
            <a:r>
              <a:t>压力驱动气泵/阀门，闭环调整项圈位置 → 始终贴合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3611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8E7F"/>
                </a:solidFill>
                <a:latin typeface="Microsoft YaHei"/>
              </a:defRPr>
            </a:pPr>
            <a:r>
              <a:t>模式 1 · 手动充气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9319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E3A36"/>
                </a:solidFill>
                <a:latin typeface="Microsoft YaHei"/>
              </a:defRPr>
            </a:pPr>
            <a:r>
              <a:t>按键 EXTI0 (PB0) 中断触发 → 托管方控制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611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8E7F"/>
                </a:solidFill>
                <a:latin typeface="Microsoft YaHei"/>
              </a:defRPr>
            </a:pPr>
            <a:r>
              <a:t>模式 2 · 安全急停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9319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E3A36"/>
                </a:solidFill>
                <a:latin typeface="Microsoft YaHei"/>
              </a:defRPr>
            </a:pPr>
            <a:r>
              <a:t>压力超限自动停止所有执行器 → 保障安全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572000"/>
            <a:ext cx="10515600" cy="36576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3A36"/>
                </a:solidFill>
                <a:latin typeface="Microsoft YaHei"/>
              </a:defRPr>
            </a:pPr>
            <a:r>
              <a:t>外围电路参考文件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74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E3A36"/>
                </a:solidFill>
                <a:latin typeface="Microsoft YaHei"/>
              </a:defRPr>
            </a:pPr>
            <a:r>
              <a:t>▸ ProPrj_位置判断手环_2025-10-22.epro — Proteus 仿真工程（含完整原理图 + PCB）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492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E3A36"/>
                </a:solidFill>
                <a:latin typeface="Microsoft YaHei"/>
              </a:defRPr>
            </a:pPr>
            <a:r>
              <a:t>▸ ProPrj_底座_2025-10-22.epro — Proteus 底座工程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23559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E3A36"/>
                </a:solidFill>
                <a:latin typeface="Microsoft YaHei"/>
              </a:defRPr>
            </a:pPr>
            <a:r>
              <a:t>▸ 充气项圈项目/仿真1/仿真代码/ — Keil MDK 固件源码 (main.c 108行 + 7个驱动模块)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97879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E3A36"/>
                </a:solidFill>
                <a:latin typeface="Microsoft YaHei"/>
              </a:defRPr>
            </a:pPr>
            <a:r>
              <a:t>▸ 已验证模块：OLED(I2C) / ADC / GPIO / EXTI / PWM / Buzzer / 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172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E3A36"/>
                </a:solidFill>
                <a:latin typeface="Microsoft YaHei"/>
              </a:defRPr>
            </a:pPr>
            <a:r>
              <a:t>▸ A25 健康监测项圈 — 采购参考 (实物照片 + 规格书 + 报价表)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D"/>
                </a:solidFill>
                <a:latin typeface="Microsoft YaHei"/>
              </a:defRPr>
            </a:pPr>
            <a:r>
              <a:t>💡 .epro 文件需用 Proteus 8 打开 → File → Export → Image 可导出原理图/PCB 截图供 PPT 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